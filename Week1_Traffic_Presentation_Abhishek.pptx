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 Project Report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0C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Volume Prediction &amp; Analysis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90CA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</a:t>
            </a:r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| Pandas | NumPy | Matplotlib | Scikit-learn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33,750 hourly traffic records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 Abhishek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06984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traffic volume using ML and identify key influencing factors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470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84708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33,750 hourly records with weather, holiday, and time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Methods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62432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cleaning, EDA, Feature Engineering, ML Modeling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658368"/>
          </a:xfrm>
          <a:prstGeom prst="rect">
            <a:avLst/>
          </a:prstGeom>
          <a:solidFill>
            <a:srgbClr val="EBF5FB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015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4015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vs. Random Forest Regressor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788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Key Result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417880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MAE: 259.5 vs. Linear Regression MAE: 1607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Traffic Volume by Hour of 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512064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822960"/>
            <a:ext cx="301752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914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52160" y="1371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night (12–4 AM): Lowest traffic ~400/hr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965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peak at 7–8 AM: ~4,700/hr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2560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 peak at 4–5 PM: ~5,500/hr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3154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drop after 8 PM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Figure 1: Average Traffic Volume by Hour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Traffic by Holiday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389120" cy="28346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77240"/>
            <a:ext cx="420624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657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Fig 2: All categories (incl. No Holiday)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54880" y="3657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Fig 3: Holidays only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Non-holiday days dominate traffic  •  </a:t>
            </a:r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Year's Day</a:t>
            </a:r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highest among holidays  •  </a:t>
            </a:r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 Day</a:t>
            </a:r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lowest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Boxplot &amp; Weather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2743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777240"/>
            <a:ext cx="3566160" cy="2743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566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Fig 4: Boxplot grouped by Holiday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394960" y="35661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Fig 5: Traffic by Weather Type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65760" y="3886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Boxplot: New Year's Day shows highest variability. Weather: Haze=highest, Squall=lowest. Overall weather impact is minimal.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Hourly Pattern by Holiday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5029200" cy="28346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777240"/>
            <a:ext cx="3429000" cy="2834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36393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Fig 6: All Holiday Categories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40680" y="363931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3300"/>
                </a:solidFill>
              </a:rPr>
              <a:t>Fig 7: Holiday categories only (bug: axis issue)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98678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Bug Identified: Fig 7 shows fractional hour values (−0.04 to 0.04) instead of 0–23. This is due to sparse holiday data causing incorrect aggregation. Identified for future fix.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1A3A5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1607.06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vehicles/hr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Cannot capture nonlinear patterns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0A3D2B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9F0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259.50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vehicles/hr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F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83.8% improvement over Linear Regression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83.8% reduction in prediction error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789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of the 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0" y="1024128"/>
            <a:ext cx="4902876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08916" y="1042416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82.49%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of week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773936"/>
            <a:ext cx="646069" cy="45720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52109" y="179222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10.87%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523744"/>
            <a:ext cx="166421" cy="4572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2461" y="25420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3284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3273552"/>
            <a:ext cx="83210" cy="45720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925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0782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features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4023360"/>
            <a:ext cx="145024" cy="45720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1064" y="404164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2.44%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587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Time features (Hour + Day) explain ~93% of traffic behavior — it's TIME-driven, not weather-driven!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Error Analysis by Hour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51206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22960"/>
            <a:ext cx="310896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Lowest Error Hours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60720" y="11887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1–4 AM: Only 38–67 vehicles/hr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(Stable, low traffic)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0" y="2331720"/>
            <a:ext cx="3108960" cy="1417320"/>
          </a:xfrm>
          <a:prstGeom prst="rect">
            <a:avLst/>
          </a:prstGeom>
          <a:solidFill>
            <a:srgbClr val="FFEBEE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Highest Error Hours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607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7–8 AM: ~458–505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PM: ~385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(Rush hour volatility)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023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Fig 8: Average Prediction Error by Hour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Practical Implications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Time Dominates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(82%) + Day (11%) = 93% of prediction. Weather barely matters.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14400"/>
            <a:ext cx="731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for Planning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37160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traffic planning, peak-hour identification, route capacity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40280"/>
            <a:ext cx="731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313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Not for Real-time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69748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replace real-time signal control or emergency deployment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240280"/>
            <a:ext cx="731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313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Rush Hour Caution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69748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 during 7-8 AM and 5 PM need safety buffers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66160"/>
            <a:ext cx="731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Future Improvement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0233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lag features (prev hour traffic) to capture traffic momentum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069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3566160"/>
            <a:ext cx="73152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639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Simplify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023360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+ day_of_week alone may achieve similar accuracy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buNone/>
            </a:pPr>
            <a:r>
              <a:rPr lang="en-US" sz="1300" dirty="0">
                <a:solidFill>
                  <a:srgbClr val="69F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MAE of 259.50 vs. Linear Regression MAE of 1607 — 83.8% better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8191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is a TIME-driven phenomenon: Hour (82%) + Day of week (11%) = 93% importance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0370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conditions have minimal impact on traffic volume prediction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25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is production-ready for strategic planning but not real-time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4728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Rush-hour predictions (7–8 AM, 5 PM) carry highest uncertainty — add safety buffers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buNone/>
            </a:pPr>
            <a:r>
              <a:rPr lang="en-US" sz="1300" dirty="0">
                <a:solidFill>
                  <a:srgbClr val="CF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Lag features, K-fold CV, and simplified 2-feature model recommended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Project | Traffic Volume Prediction | Abhishek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Volume Prediction - Week 1</dc:title>
  <dc:subject>PptxGenJS Presentation</dc:subject>
  <dc:creator>Abhishek</dc:creator>
  <cp:lastModifiedBy>Abhishek</cp:lastModifiedBy>
  <cp:revision>1</cp:revision>
  <dcterms:created xsi:type="dcterms:W3CDTF">2026-05-11T06:23:25Z</dcterms:created>
  <dcterms:modified xsi:type="dcterms:W3CDTF">2026-05-11T06:23:25Z</dcterms:modified>
</cp:coreProperties>
</file>